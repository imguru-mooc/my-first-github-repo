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91" autoAdjust="0"/>
    <p:restoredTop sz="96940" autoAdjust="0"/>
  </p:normalViewPr>
  <p:slideViewPr>
    <p:cSldViewPr snapToGrid="0">
      <p:cViewPr varScale="1">
        <p:scale>
          <a:sx n="161" d="100"/>
          <a:sy n="161" d="100"/>
        </p:scale>
        <p:origin x="9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09590A2-9978-8E9F-90AA-CCE2F4A996B6}"/>
              </a:ext>
            </a:extLst>
          </p:cNvPr>
          <p:cNvCxnSpPr/>
          <p:nvPr/>
        </p:nvCxnSpPr>
        <p:spPr>
          <a:xfrm flipV="1">
            <a:off x="2743200" y="75210"/>
            <a:ext cx="0" cy="4809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FB38297-749E-DC5A-2CE6-423D226E1A03}"/>
              </a:ext>
            </a:extLst>
          </p:cNvPr>
          <p:cNvCxnSpPr/>
          <p:nvPr/>
        </p:nvCxnSpPr>
        <p:spPr>
          <a:xfrm>
            <a:off x="1979221" y="3930732"/>
            <a:ext cx="72320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34CEBC2B-02B5-682B-CB3B-CCF5A9240057}"/>
              </a:ext>
            </a:extLst>
          </p:cNvPr>
          <p:cNvSpPr/>
          <p:nvPr/>
        </p:nvSpPr>
        <p:spPr>
          <a:xfrm>
            <a:off x="3843647" y="1615044"/>
            <a:ext cx="134587" cy="134587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7DF4D38-9248-92EC-5E8D-139F316A3919}"/>
              </a:ext>
            </a:extLst>
          </p:cNvPr>
          <p:cNvSpPr/>
          <p:nvPr/>
        </p:nvSpPr>
        <p:spPr>
          <a:xfrm>
            <a:off x="5074723" y="2964873"/>
            <a:ext cx="134587" cy="134587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BF6FBFC-CE4E-9270-EBE8-7E35F38653F2}"/>
              </a:ext>
            </a:extLst>
          </p:cNvPr>
          <p:cNvCxnSpPr>
            <a:cxnSpLocks/>
            <a:endCxn id="14" idx="3"/>
          </p:cNvCxnSpPr>
          <p:nvPr/>
        </p:nvCxnSpPr>
        <p:spPr>
          <a:xfrm flipV="1">
            <a:off x="2755075" y="1729921"/>
            <a:ext cx="1108282" cy="2196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C2534C9-9849-E784-DB04-A41F417B823E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2747158" y="3079750"/>
            <a:ext cx="2347275" cy="850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B965B84-A692-DA11-6054-5FCFA26605D1}"/>
              </a:ext>
            </a:extLst>
          </p:cNvPr>
          <p:cNvSpPr txBox="1"/>
          <p:nvPr/>
        </p:nvSpPr>
        <p:spPr>
          <a:xfrm>
            <a:off x="2857995" y="341613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angle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C0AEC6-7D35-4657-7ECF-C62BDD73EB39}"/>
              </a:ext>
            </a:extLst>
          </p:cNvPr>
          <p:cNvSpPr txBox="1"/>
          <p:nvPr/>
        </p:nvSpPr>
        <p:spPr>
          <a:xfrm>
            <a:off x="4746171" y="430678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cos(angle)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C3AB9CE-3CA5-9C7E-7207-6D0B82C28E1D}"/>
              </a:ext>
            </a:extLst>
          </p:cNvPr>
          <p:cNvCxnSpPr/>
          <p:nvPr/>
        </p:nvCxnSpPr>
        <p:spPr>
          <a:xfrm>
            <a:off x="3863439" y="3827813"/>
            <a:ext cx="0" cy="2177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775A9B2-EE26-009F-F29D-C9F1D13D4A8B}"/>
              </a:ext>
            </a:extLst>
          </p:cNvPr>
          <p:cNvCxnSpPr/>
          <p:nvPr/>
        </p:nvCxnSpPr>
        <p:spPr>
          <a:xfrm>
            <a:off x="5149933" y="3835730"/>
            <a:ext cx="0" cy="2177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42B7A29-3FEA-500F-167E-085AE2611B50}"/>
              </a:ext>
            </a:extLst>
          </p:cNvPr>
          <p:cNvCxnSpPr>
            <a:cxnSpLocks/>
          </p:cNvCxnSpPr>
          <p:nvPr/>
        </p:nvCxnSpPr>
        <p:spPr>
          <a:xfrm>
            <a:off x="2604654" y="1729832"/>
            <a:ext cx="2691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78F4EB8-C236-C1C8-84F3-749CF412310B}"/>
              </a:ext>
            </a:extLst>
          </p:cNvPr>
          <p:cNvCxnSpPr>
            <a:cxnSpLocks/>
          </p:cNvCxnSpPr>
          <p:nvPr/>
        </p:nvCxnSpPr>
        <p:spPr>
          <a:xfrm>
            <a:off x="2557152" y="3032163"/>
            <a:ext cx="2691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78B0687-DB9F-8E34-1B88-4D5697B876B0}"/>
              </a:ext>
            </a:extLst>
          </p:cNvPr>
          <p:cNvSpPr txBox="1"/>
          <p:nvPr/>
        </p:nvSpPr>
        <p:spPr>
          <a:xfrm>
            <a:off x="3720935" y="406927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DF43B4-2BB2-4CA7-29E5-4FC6BD6B501B}"/>
              </a:ext>
            </a:extLst>
          </p:cNvPr>
          <p:cNvSpPr txBox="1"/>
          <p:nvPr/>
        </p:nvSpPr>
        <p:spPr>
          <a:xfrm>
            <a:off x="4987636" y="40455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4BCDA4-5416-0A12-1B7A-48F241D8BAAA}"/>
              </a:ext>
            </a:extLst>
          </p:cNvPr>
          <p:cNvSpPr txBox="1"/>
          <p:nvPr/>
        </p:nvSpPr>
        <p:spPr>
          <a:xfrm>
            <a:off x="2311730" y="15398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3F29A3-1D33-C7BA-30EA-C01808E2B715}"/>
              </a:ext>
            </a:extLst>
          </p:cNvPr>
          <p:cNvSpPr txBox="1"/>
          <p:nvPr/>
        </p:nvSpPr>
        <p:spPr>
          <a:xfrm>
            <a:off x="2307771" y="28263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F7BA65-E832-5D1E-6326-3B1591D3C2D2}"/>
              </a:ext>
            </a:extLst>
          </p:cNvPr>
          <p:cNvSpPr txBox="1"/>
          <p:nvPr/>
        </p:nvSpPr>
        <p:spPr>
          <a:xfrm>
            <a:off x="3534887" y="1124197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 (1,2)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B0E4A7-19EA-DCBB-11AE-737B9C725C2E}"/>
              </a:ext>
            </a:extLst>
          </p:cNvPr>
          <p:cNvSpPr txBox="1"/>
          <p:nvPr/>
        </p:nvSpPr>
        <p:spPr>
          <a:xfrm>
            <a:off x="5339936" y="2937163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 (2,1)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7BFDE7-C770-ACBF-62B5-6B87BA6F652F}"/>
              </a:ext>
            </a:extLst>
          </p:cNvPr>
          <p:cNvSpPr txBox="1"/>
          <p:nvPr/>
        </p:nvSpPr>
        <p:spPr>
          <a:xfrm>
            <a:off x="3150919" y="5106388"/>
            <a:ext cx="28440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np.dot(a, b)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---------------------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np.norm(a)*np.norm(b)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FF673BE-69C3-4522-60B7-F1931396C5F8}"/>
              </a:ext>
            </a:extLst>
          </p:cNvPr>
          <p:cNvSpPr/>
          <p:nvPr/>
        </p:nvSpPr>
        <p:spPr>
          <a:xfrm>
            <a:off x="6187044" y="530431"/>
            <a:ext cx="376052" cy="3760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D37CD2A-4944-8D4B-5AF8-D7C8D3B7EFA8}"/>
              </a:ext>
            </a:extLst>
          </p:cNvPr>
          <p:cNvSpPr/>
          <p:nvPr/>
        </p:nvSpPr>
        <p:spPr>
          <a:xfrm>
            <a:off x="6561117" y="532410"/>
            <a:ext cx="376052" cy="3760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21001A0-F9C2-2F23-5B01-EE80948F952D}"/>
              </a:ext>
            </a:extLst>
          </p:cNvPr>
          <p:cNvSpPr/>
          <p:nvPr/>
        </p:nvSpPr>
        <p:spPr>
          <a:xfrm>
            <a:off x="7224155" y="542306"/>
            <a:ext cx="376052" cy="3760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D60A720-7DB2-CEB9-524A-66CF3DA6499E}"/>
              </a:ext>
            </a:extLst>
          </p:cNvPr>
          <p:cNvSpPr/>
          <p:nvPr/>
        </p:nvSpPr>
        <p:spPr>
          <a:xfrm>
            <a:off x="7598228" y="544285"/>
            <a:ext cx="376052" cy="3760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DFE9D8-151E-79D0-13A9-F51CC5906F24}"/>
              </a:ext>
            </a:extLst>
          </p:cNvPr>
          <p:cNvSpPr txBox="1"/>
          <p:nvPr/>
        </p:nvSpPr>
        <p:spPr>
          <a:xfrm>
            <a:off x="6923314" y="4908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FA9A8B-7ADA-40E7-4F79-3872E4089CC3}"/>
              </a:ext>
            </a:extLst>
          </p:cNvPr>
          <p:cNvSpPr txBox="1"/>
          <p:nvPr/>
        </p:nvSpPr>
        <p:spPr>
          <a:xfrm>
            <a:off x="6345382" y="99752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(</a:t>
            </a:r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>
                <a:latin typeface="Consolas" panose="020B0609020204030204" pitchFamily="49" charset="0"/>
              </a:rPr>
              <a:t>,)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BF3611-4B99-9C76-52B3-0EAE1AA4D4DC}"/>
              </a:ext>
            </a:extLst>
          </p:cNvPr>
          <p:cNvSpPr txBox="1"/>
          <p:nvPr/>
        </p:nvSpPr>
        <p:spPr>
          <a:xfrm>
            <a:off x="6911439" y="99752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(</a:t>
            </a:r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>
                <a:latin typeface="Consolas" panose="020B0609020204030204" pitchFamily="49" charset="0"/>
              </a:rPr>
              <a:t>,)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92FA42-D100-666D-75AF-CE16833A47B4}"/>
              </a:ext>
            </a:extLst>
          </p:cNvPr>
          <p:cNvSpPr txBox="1"/>
          <p:nvPr/>
        </p:nvSpPr>
        <p:spPr>
          <a:xfrm>
            <a:off x="7984176" y="55418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= 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6AB587-816F-F899-D7F4-E787F2E00300}"/>
              </a:ext>
            </a:extLst>
          </p:cNvPr>
          <p:cNvSpPr txBox="1"/>
          <p:nvPr/>
        </p:nvSpPr>
        <p:spPr>
          <a:xfrm>
            <a:off x="6590805" y="5098472"/>
            <a:ext cx="13244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4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  = 0.8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5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7C302C1B-B8CB-AC9B-A0B0-37C8B92B5CB1}"/>
              </a:ext>
            </a:extLst>
          </p:cNvPr>
          <p:cNvCxnSpPr>
            <a:cxnSpLocks/>
          </p:cNvCxnSpPr>
          <p:nvPr/>
        </p:nvCxnSpPr>
        <p:spPr>
          <a:xfrm flipV="1">
            <a:off x="3859487" y="1749631"/>
            <a:ext cx="0" cy="20781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A8F2DB6-893C-3BB7-0D61-B0E2755CB3F4}"/>
              </a:ext>
            </a:extLst>
          </p:cNvPr>
          <p:cNvCxnSpPr>
            <a:cxnSpLocks/>
            <a:stCxn id="14" idx="3"/>
          </p:cNvCxnSpPr>
          <p:nvPr/>
        </p:nvCxnSpPr>
        <p:spPr>
          <a:xfrm flipH="1">
            <a:off x="2770909" y="1729921"/>
            <a:ext cx="109244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A43EED7-0309-B806-E2DA-73A0A4E901AA}"/>
              </a:ext>
            </a:extLst>
          </p:cNvPr>
          <p:cNvCxnSpPr>
            <a:cxnSpLocks/>
          </p:cNvCxnSpPr>
          <p:nvPr/>
        </p:nvCxnSpPr>
        <p:spPr>
          <a:xfrm flipV="1">
            <a:off x="5145981" y="3087584"/>
            <a:ext cx="0" cy="8352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9467FED0-8000-8FED-D610-10960C0A28B8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2648198" y="3032167"/>
            <a:ext cx="2426525" cy="40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1A7BFDE7-C770-ACBF-62B5-6B87BA6F652F}"/>
              </a:ext>
            </a:extLst>
          </p:cNvPr>
          <p:cNvSpPr txBox="1"/>
          <p:nvPr/>
        </p:nvSpPr>
        <p:spPr>
          <a:xfrm>
            <a:off x="2375065" y="1686295"/>
            <a:ext cx="28440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np.dot(a, b)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---------------------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np.norm(a)*np.norm(b)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6AB587-816F-F899-D7F4-E787F2E00300}"/>
              </a:ext>
            </a:extLst>
          </p:cNvPr>
          <p:cNvSpPr txBox="1"/>
          <p:nvPr/>
        </p:nvSpPr>
        <p:spPr>
          <a:xfrm>
            <a:off x="5814951" y="1678379"/>
            <a:ext cx="1830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1.16</a:t>
            </a:r>
          </a:p>
          <a:p>
            <a:r>
              <a:rPr lang="en-US" altLang="ko-KR">
                <a:latin typeface="Consolas" panose="020B0609020204030204" pitchFamily="49" charset="0"/>
              </a:rPr>
              <a:t>----  = 0.983</a:t>
            </a:r>
          </a:p>
          <a:p>
            <a:r>
              <a:rPr lang="en-US" altLang="ko-KR">
                <a:latin typeface="Consolas" panose="020B0609020204030204" pitchFamily="49" charset="0"/>
              </a:rPr>
              <a:t>1.18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470664-86A1-6E6E-0207-9CE2E01F4A54}"/>
              </a:ext>
            </a:extLst>
          </p:cNvPr>
          <p:cNvSpPr txBox="1"/>
          <p:nvPr/>
        </p:nvSpPr>
        <p:spPr>
          <a:xfrm>
            <a:off x="1785258" y="150420"/>
            <a:ext cx="271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[0.8, 0.7, 0.1, 0.2]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1EC407-F54F-C315-EA49-CFE50971E88F}"/>
              </a:ext>
            </a:extLst>
          </p:cNvPr>
          <p:cNvSpPr txBox="1"/>
          <p:nvPr/>
        </p:nvSpPr>
        <p:spPr>
          <a:xfrm>
            <a:off x="4651170" y="138545"/>
            <a:ext cx="271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[0.7, 0.8, 0.2, 0.1]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48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9DED5A-4650-B8B8-DD9A-503C0EB3C07C}"/>
              </a:ext>
            </a:extLst>
          </p:cNvPr>
          <p:cNvSpPr txBox="1"/>
          <p:nvPr/>
        </p:nvSpPr>
        <p:spPr>
          <a:xfrm>
            <a:off x="9781310" y="1496290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Consolas" panose="020B0609020204030204" pitchFamily="49" charset="0"/>
              </a:rPr>
              <a:t>입니다</a:t>
            </a:r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DF81EA-B9B5-3DF8-BD94-CF0505B346A4}"/>
              </a:ext>
            </a:extLst>
          </p:cNvPr>
          <p:cNvSpPr/>
          <p:nvPr/>
        </p:nvSpPr>
        <p:spPr>
          <a:xfrm>
            <a:off x="7994073" y="196140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BE09E2-248F-CF4E-9C23-5F4E0B804D80}"/>
              </a:ext>
            </a:extLst>
          </p:cNvPr>
          <p:cNvSpPr/>
          <p:nvPr/>
        </p:nvSpPr>
        <p:spPr>
          <a:xfrm>
            <a:off x="8890660" y="196140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CD3272-0BC8-65C1-F3C3-B06EFA09B6B6}"/>
              </a:ext>
            </a:extLst>
          </p:cNvPr>
          <p:cNvSpPr/>
          <p:nvPr/>
        </p:nvSpPr>
        <p:spPr>
          <a:xfrm>
            <a:off x="9787247" y="196140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FC3D46-5BDE-63D0-F810-AD9F6070B76A}"/>
              </a:ext>
            </a:extLst>
          </p:cNvPr>
          <p:cNvSpPr/>
          <p:nvPr/>
        </p:nvSpPr>
        <p:spPr>
          <a:xfrm>
            <a:off x="7994073" y="2355272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E5E1F1-040B-1D91-84CA-10229AD530DC}"/>
              </a:ext>
            </a:extLst>
          </p:cNvPr>
          <p:cNvSpPr/>
          <p:nvPr/>
        </p:nvSpPr>
        <p:spPr>
          <a:xfrm>
            <a:off x="8890660" y="2355272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E2D78D-443D-27C9-2415-A07956457E30}"/>
              </a:ext>
            </a:extLst>
          </p:cNvPr>
          <p:cNvSpPr/>
          <p:nvPr/>
        </p:nvSpPr>
        <p:spPr>
          <a:xfrm>
            <a:off x="9787247" y="2355272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B3D89C-5869-0EC5-0A21-1AFB61E37452}"/>
              </a:ext>
            </a:extLst>
          </p:cNvPr>
          <p:cNvSpPr/>
          <p:nvPr/>
        </p:nvSpPr>
        <p:spPr>
          <a:xfrm>
            <a:off x="7994073" y="274913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2D4084-202D-83C0-470B-F6B43357C5A2}"/>
              </a:ext>
            </a:extLst>
          </p:cNvPr>
          <p:cNvSpPr/>
          <p:nvPr/>
        </p:nvSpPr>
        <p:spPr>
          <a:xfrm>
            <a:off x="8890660" y="274913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48C7C7E-D476-1513-1108-2B9DE07B5169}"/>
              </a:ext>
            </a:extLst>
          </p:cNvPr>
          <p:cNvSpPr/>
          <p:nvPr/>
        </p:nvSpPr>
        <p:spPr>
          <a:xfrm>
            <a:off x="9787247" y="274913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4C4B3-AB4C-DBA6-4191-61714306DE36}"/>
              </a:ext>
            </a:extLst>
          </p:cNvPr>
          <p:cNvSpPr txBox="1"/>
          <p:nvPr/>
        </p:nvSpPr>
        <p:spPr>
          <a:xfrm>
            <a:off x="8079180" y="1509546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나는</a:t>
            </a:r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138DB0-014B-EAE5-AADF-9888366425A0}"/>
              </a:ext>
            </a:extLst>
          </p:cNvPr>
          <p:cNvSpPr txBox="1"/>
          <p:nvPr/>
        </p:nvSpPr>
        <p:spPr>
          <a:xfrm>
            <a:off x="8858992" y="1493713"/>
            <a:ext cx="9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고양이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62476D-5F39-7251-6E59-B9F5B1E8F9D3}"/>
              </a:ext>
            </a:extLst>
          </p:cNvPr>
          <p:cNvSpPr txBox="1"/>
          <p:nvPr/>
        </p:nvSpPr>
        <p:spPr>
          <a:xfrm>
            <a:off x="7263741" y="1956850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나는</a:t>
            </a:r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007B76-FDB7-25E5-9641-FBCD036CBBAD}"/>
              </a:ext>
            </a:extLst>
          </p:cNvPr>
          <p:cNvSpPr txBox="1"/>
          <p:nvPr/>
        </p:nvSpPr>
        <p:spPr>
          <a:xfrm>
            <a:off x="7117278" y="2392279"/>
            <a:ext cx="9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고양이</a:t>
            </a:r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497BB2-7C71-184D-57E8-00716717B50C}"/>
              </a:ext>
            </a:extLst>
          </p:cNvPr>
          <p:cNvSpPr txBox="1"/>
          <p:nvPr/>
        </p:nvSpPr>
        <p:spPr>
          <a:xfrm>
            <a:off x="7089570" y="2806534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Consolas" panose="020B0609020204030204" pitchFamily="49" charset="0"/>
              </a:rPr>
              <a:t>입니다</a:t>
            </a:r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12FC0A-6811-DF3D-3473-D1520C01E72A}"/>
              </a:ext>
            </a:extLst>
          </p:cNvPr>
          <p:cNvSpPr txBox="1"/>
          <p:nvPr/>
        </p:nvSpPr>
        <p:spPr>
          <a:xfrm>
            <a:off x="950026" y="2036019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나는</a:t>
            </a:r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340F1F-ABA7-1D7F-5B53-8EE8A077E13C}"/>
              </a:ext>
            </a:extLst>
          </p:cNvPr>
          <p:cNvSpPr txBox="1"/>
          <p:nvPr/>
        </p:nvSpPr>
        <p:spPr>
          <a:xfrm>
            <a:off x="803563" y="2471448"/>
            <a:ext cx="9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고양이</a:t>
            </a:r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8A4DED-2204-B9FA-7B0D-899F335DA47B}"/>
              </a:ext>
            </a:extLst>
          </p:cNvPr>
          <p:cNvSpPr txBox="1"/>
          <p:nvPr/>
        </p:nvSpPr>
        <p:spPr>
          <a:xfrm>
            <a:off x="775855" y="2885703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Consolas" panose="020B0609020204030204" pitchFamily="49" charset="0"/>
              </a:rPr>
              <a:t>입니다</a:t>
            </a:r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B94C52-6624-5267-2736-6AB78320E9C5}"/>
              </a:ext>
            </a:extLst>
          </p:cNvPr>
          <p:cNvSpPr txBox="1"/>
          <p:nvPr/>
        </p:nvSpPr>
        <p:spPr>
          <a:xfrm>
            <a:off x="4112822" y="2359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7E2214-B3C9-90F5-39AA-E5E2EA16FB31}"/>
              </a:ext>
            </a:extLst>
          </p:cNvPr>
          <p:cNvSpPr/>
          <p:nvPr/>
        </p:nvSpPr>
        <p:spPr>
          <a:xfrm>
            <a:off x="1715984" y="2052451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06A822-898B-46BA-EE74-A463B0E13FB8}"/>
              </a:ext>
            </a:extLst>
          </p:cNvPr>
          <p:cNvSpPr/>
          <p:nvPr/>
        </p:nvSpPr>
        <p:spPr>
          <a:xfrm>
            <a:off x="2283603" y="2052451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B34DC2-72DE-6EEF-4A8F-A07E19867F88}"/>
              </a:ext>
            </a:extLst>
          </p:cNvPr>
          <p:cNvSpPr/>
          <p:nvPr/>
        </p:nvSpPr>
        <p:spPr>
          <a:xfrm>
            <a:off x="2851221" y="2052451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6738C01-0F3D-126F-6910-F40D1842108C}"/>
              </a:ext>
            </a:extLst>
          </p:cNvPr>
          <p:cNvSpPr/>
          <p:nvPr/>
        </p:nvSpPr>
        <p:spPr>
          <a:xfrm>
            <a:off x="1715984" y="2438399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1A9ACA8-F4FC-C381-7080-541F54FE7208}"/>
              </a:ext>
            </a:extLst>
          </p:cNvPr>
          <p:cNvSpPr/>
          <p:nvPr/>
        </p:nvSpPr>
        <p:spPr>
          <a:xfrm>
            <a:off x="2283603" y="2438399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7AA5D0C-3E70-345D-CE2A-D60D5C0E1950}"/>
              </a:ext>
            </a:extLst>
          </p:cNvPr>
          <p:cNvSpPr/>
          <p:nvPr/>
        </p:nvSpPr>
        <p:spPr>
          <a:xfrm>
            <a:off x="2851221" y="2438399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8260876-A490-B3D8-96C7-49914C022C9B}"/>
              </a:ext>
            </a:extLst>
          </p:cNvPr>
          <p:cNvSpPr/>
          <p:nvPr/>
        </p:nvSpPr>
        <p:spPr>
          <a:xfrm>
            <a:off x="1715984" y="282434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1EBA682-6B0B-E5C0-506F-05818DEC3F03}"/>
              </a:ext>
            </a:extLst>
          </p:cNvPr>
          <p:cNvSpPr/>
          <p:nvPr/>
        </p:nvSpPr>
        <p:spPr>
          <a:xfrm>
            <a:off x="2283603" y="282434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D52B6F1-4B3A-8595-7A86-B359BF028141}"/>
              </a:ext>
            </a:extLst>
          </p:cNvPr>
          <p:cNvSpPr/>
          <p:nvPr/>
        </p:nvSpPr>
        <p:spPr>
          <a:xfrm>
            <a:off x="2851221" y="282434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834C47-74BA-B7A4-F39C-36676D335844}"/>
              </a:ext>
            </a:extLst>
          </p:cNvPr>
          <p:cNvSpPr txBox="1"/>
          <p:nvPr/>
        </p:nvSpPr>
        <p:spPr>
          <a:xfrm>
            <a:off x="2505693" y="81148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Query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00A0E85-EB91-A6BA-F7EB-252C573188B4}"/>
              </a:ext>
            </a:extLst>
          </p:cNvPr>
          <p:cNvSpPr/>
          <p:nvPr/>
        </p:nvSpPr>
        <p:spPr>
          <a:xfrm>
            <a:off x="3425195" y="2048493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E046C01-2879-2A98-05F1-CEB9D2B88F6C}"/>
              </a:ext>
            </a:extLst>
          </p:cNvPr>
          <p:cNvSpPr/>
          <p:nvPr/>
        </p:nvSpPr>
        <p:spPr>
          <a:xfrm>
            <a:off x="3425195" y="2434441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800BB98-B5B9-6587-0BA2-469597E784F2}"/>
              </a:ext>
            </a:extLst>
          </p:cNvPr>
          <p:cNvSpPr/>
          <p:nvPr/>
        </p:nvSpPr>
        <p:spPr>
          <a:xfrm>
            <a:off x="3425195" y="2820389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117702-6285-B7B7-F1D0-F9DED08EB9AC}"/>
              </a:ext>
            </a:extLst>
          </p:cNvPr>
          <p:cNvSpPr txBox="1"/>
          <p:nvPr/>
        </p:nvSpPr>
        <p:spPr>
          <a:xfrm>
            <a:off x="2596738" y="345176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(3,</a:t>
            </a:r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>
                <a:latin typeface="Consolas" panose="020B0609020204030204" pitchFamily="49" charset="0"/>
              </a:rPr>
              <a:t>)(</a:t>
            </a:r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>
                <a:latin typeface="Consolas" panose="020B0609020204030204" pitchFamily="49" charset="0"/>
              </a:rPr>
              <a:t>,3)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1224735-D7E4-FFA1-D48E-2315A7DFC5FC}"/>
              </a:ext>
            </a:extLst>
          </p:cNvPr>
          <p:cNvSpPr/>
          <p:nvPr/>
        </p:nvSpPr>
        <p:spPr>
          <a:xfrm rot="5400000">
            <a:off x="5327644" y="155608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84E0A85-19AD-578A-D05C-6FD7D82F1168}"/>
              </a:ext>
            </a:extLst>
          </p:cNvPr>
          <p:cNvSpPr/>
          <p:nvPr/>
        </p:nvSpPr>
        <p:spPr>
          <a:xfrm rot="5400000">
            <a:off x="5327644" y="2123706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44B2E37-BB7D-A9B7-96D7-058547C9CC67}"/>
              </a:ext>
            </a:extLst>
          </p:cNvPr>
          <p:cNvSpPr/>
          <p:nvPr/>
        </p:nvSpPr>
        <p:spPr>
          <a:xfrm rot="5400000">
            <a:off x="5327644" y="2691324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CF17806-5499-A8D9-6706-94BD5982E2C8}"/>
              </a:ext>
            </a:extLst>
          </p:cNvPr>
          <p:cNvSpPr/>
          <p:nvPr/>
        </p:nvSpPr>
        <p:spPr>
          <a:xfrm rot="5400000">
            <a:off x="4941696" y="155608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8262CAA-E461-0F43-9388-2018F56D6229}"/>
              </a:ext>
            </a:extLst>
          </p:cNvPr>
          <p:cNvSpPr/>
          <p:nvPr/>
        </p:nvSpPr>
        <p:spPr>
          <a:xfrm rot="5400000">
            <a:off x="4941696" y="2123706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6A8A74C-800D-4D3B-7A35-DC4D32DEBCA7}"/>
              </a:ext>
            </a:extLst>
          </p:cNvPr>
          <p:cNvSpPr/>
          <p:nvPr/>
        </p:nvSpPr>
        <p:spPr>
          <a:xfrm rot="5400000">
            <a:off x="4941696" y="2691324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FDD4174-8B02-5173-4792-7C91756F7EDA}"/>
              </a:ext>
            </a:extLst>
          </p:cNvPr>
          <p:cNvSpPr/>
          <p:nvPr/>
        </p:nvSpPr>
        <p:spPr>
          <a:xfrm rot="5400000">
            <a:off x="4555748" y="155608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31CC025-ED45-56DF-FA4B-626BC4BAF338}"/>
              </a:ext>
            </a:extLst>
          </p:cNvPr>
          <p:cNvSpPr/>
          <p:nvPr/>
        </p:nvSpPr>
        <p:spPr>
          <a:xfrm rot="5400000">
            <a:off x="4555748" y="2123706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359984C-C300-2CE5-FA5E-6318B676CA90}"/>
              </a:ext>
            </a:extLst>
          </p:cNvPr>
          <p:cNvSpPr/>
          <p:nvPr/>
        </p:nvSpPr>
        <p:spPr>
          <a:xfrm rot="5400000">
            <a:off x="4555748" y="2691324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0E161C2-2BE4-52E7-A2F7-D6E38471E027}"/>
              </a:ext>
            </a:extLst>
          </p:cNvPr>
          <p:cNvSpPr/>
          <p:nvPr/>
        </p:nvSpPr>
        <p:spPr>
          <a:xfrm rot="5400000">
            <a:off x="5327644" y="3265298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76362AB-BC22-11AC-FBAD-6ECA03D4D603}"/>
              </a:ext>
            </a:extLst>
          </p:cNvPr>
          <p:cNvSpPr/>
          <p:nvPr/>
        </p:nvSpPr>
        <p:spPr>
          <a:xfrm rot="5400000">
            <a:off x="4941696" y="3265298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C6C17F5-7DB9-43E1-D461-6AC3FE357ECE}"/>
              </a:ext>
            </a:extLst>
          </p:cNvPr>
          <p:cNvSpPr/>
          <p:nvPr/>
        </p:nvSpPr>
        <p:spPr>
          <a:xfrm rot="5400000">
            <a:off x="4555748" y="3265298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7F50A4-82A7-42D2-99AB-3F810CB54BE5}"/>
              </a:ext>
            </a:extLst>
          </p:cNvPr>
          <p:cNvSpPr txBox="1"/>
          <p:nvPr/>
        </p:nvSpPr>
        <p:spPr>
          <a:xfrm>
            <a:off x="4314701" y="1014741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나는</a:t>
            </a:r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98299A-21CF-A45A-F87B-E536F964CA7B}"/>
              </a:ext>
            </a:extLst>
          </p:cNvPr>
          <p:cNvSpPr txBox="1"/>
          <p:nvPr/>
        </p:nvSpPr>
        <p:spPr>
          <a:xfrm>
            <a:off x="4829299" y="1014742"/>
            <a:ext cx="9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고양이</a:t>
            </a:r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38987A-E58D-5A79-9A57-88ADF5401E8C}"/>
              </a:ext>
            </a:extLst>
          </p:cNvPr>
          <p:cNvSpPr txBox="1"/>
          <p:nvPr/>
        </p:nvSpPr>
        <p:spPr>
          <a:xfrm>
            <a:off x="5553694" y="1045027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Consolas" panose="020B0609020204030204" pitchFamily="49" charset="0"/>
              </a:rPr>
              <a:t>입니다</a:t>
            </a:r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E13EB33-C069-5AAB-B129-10E46EC2010A}"/>
              </a:ext>
            </a:extLst>
          </p:cNvPr>
          <p:cNvSpPr txBox="1"/>
          <p:nvPr/>
        </p:nvSpPr>
        <p:spPr>
          <a:xfrm>
            <a:off x="7936676" y="336071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(3,3)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BF7D17A-F110-DD31-66CF-AE8DD88359B7}"/>
              </a:ext>
            </a:extLst>
          </p:cNvPr>
          <p:cNvSpPr txBox="1"/>
          <p:nvPr/>
        </p:nvSpPr>
        <p:spPr>
          <a:xfrm>
            <a:off x="4829298" y="48688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key.T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23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9DED5A-4650-B8B8-DD9A-503C0EB3C07C}"/>
              </a:ext>
            </a:extLst>
          </p:cNvPr>
          <p:cNvSpPr txBox="1"/>
          <p:nvPr/>
        </p:nvSpPr>
        <p:spPr>
          <a:xfrm>
            <a:off x="9781310" y="1496290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Consolas" panose="020B0609020204030204" pitchFamily="49" charset="0"/>
              </a:rPr>
              <a:t>입니다</a:t>
            </a:r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DF81EA-B9B5-3DF8-BD94-CF0505B346A4}"/>
              </a:ext>
            </a:extLst>
          </p:cNvPr>
          <p:cNvSpPr/>
          <p:nvPr/>
        </p:nvSpPr>
        <p:spPr>
          <a:xfrm>
            <a:off x="7994073" y="196140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BE09E2-248F-CF4E-9C23-5F4E0B804D80}"/>
              </a:ext>
            </a:extLst>
          </p:cNvPr>
          <p:cNvSpPr/>
          <p:nvPr/>
        </p:nvSpPr>
        <p:spPr>
          <a:xfrm>
            <a:off x="8890660" y="196140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CD3272-0BC8-65C1-F3C3-B06EFA09B6B6}"/>
              </a:ext>
            </a:extLst>
          </p:cNvPr>
          <p:cNvSpPr/>
          <p:nvPr/>
        </p:nvSpPr>
        <p:spPr>
          <a:xfrm>
            <a:off x="9787247" y="196140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FC3D46-5BDE-63D0-F810-AD9F6070B76A}"/>
              </a:ext>
            </a:extLst>
          </p:cNvPr>
          <p:cNvSpPr/>
          <p:nvPr/>
        </p:nvSpPr>
        <p:spPr>
          <a:xfrm>
            <a:off x="7994073" y="2355272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E5E1F1-040B-1D91-84CA-10229AD530DC}"/>
              </a:ext>
            </a:extLst>
          </p:cNvPr>
          <p:cNvSpPr/>
          <p:nvPr/>
        </p:nvSpPr>
        <p:spPr>
          <a:xfrm>
            <a:off x="8890660" y="2355272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E2D78D-443D-27C9-2415-A07956457E30}"/>
              </a:ext>
            </a:extLst>
          </p:cNvPr>
          <p:cNvSpPr/>
          <p:nvPr/>
        </p:nvSpPr>
        <p:spPr>
          <a:xfrm>
            <a:off x="9787247" y="2355272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B3D89C-5869-0EC5-0A21-1AFB61E37452}"/>
              </a:ext>
            </a:extLst>
          </p:cNvPr>
          <p:cNvSpPr/>
          <p:nvPr/>
        </p:nvSpPr>
        <p:spPr>
          <a:xfrm>
            <a:off x="7994073" y="274913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2D4084-202D-83C0-470B-F6B43357C5A2}"/>
              </a:ext>
            </a:extLst>
          </p:cNvPr>
          <p:cNvSpPr/>
          <p:nvPr/>
        </p:nvSpPr>
        <p:spPr>
          <a:xfrm>
            <a:off x="8890660" y="274913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0.1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48C7C7E-D476-1513-1108-2B9DE07B5169}"/>
              </a:ext>
            </a:extLst>
          </p:cNvPr>
          <p:cNvSpPr/>
          <p:nvPr/>
        </p:nvSpPr>
        <p:spPr>
          <a:xfrm>
            <a:off x="9787247" y="2749137"/>
            <a:ext cx="898566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4C4B3-AB4C-DBA6-4191-61714306DE36}"/>
              </a:ext>
            </a:extLst>
          </p:cNvPr>
          <p:cNvSpPr txBox="1"/>
          <p:nvPr/>
        </p:nvSpPr>
        <p:spPr>
          <a:xfrm>
            <a:off x="8079180" y="1509546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나는</a:t>
            </a:r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138DB0-014B-EAE5-AADF-9888366425A0}"/>
              </a:ext>
            </a:extLst>
          </p:cNvPr>
          <p:cNvSpPr txBox="1"/>
          <p:nvPr/>
        </p:nvSpPr>
        <p:spPr>
          <a:xfrm>
            <a:off x="8858992" y="1493713"/>
            <a:ext cx="9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고양이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62476D-5F39-7251-6E59-B9F5B1E8F9D3}"/>
              </a:ext>
            </a:extLst>
          </p:cNvPr>
          <p:cNvSpPr txBox="1"/>
          <p:nvPr/>
        </p:nvSpPr>
        <p:spPr>
          <a:xfrm>
            <a:off x="7263741" y="1956850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나는</a:t>
            </a:r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007B76-FDB7-25E5-9641-FBCD036CBBAD}"/>
              </a:ext>
            </a:extLst>
          </p:cNvPr>
          <p:cNvSpPr txBox="1"/>
          <p:nvPr/>
        </p:nvSpPr>
        <p:spPr>
          <a:xfrm>
            <a:off x="7117278" y="2392279"/>
            <a:ext cx="9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고양이</a:t>
            </a:r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497BB2-7C71-184D-57E8-00716717B50C}"/>
              </a:ext>
            </a:extLst>
          </p:cNvPr>
          <p:cNvSpPr txBox="1"/>
          <p:nvPr/>
        </p:nvSpPr>
        <p:spPr>
          <a:xfrm>
            <a:off x="7089570" y="2806534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Consolas" panose="020B0609020204030204" pitchFamily="49" charset="0"/>
              </a:rPr>
              <a:t>입니다</a:t>
            </a:r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12FC0A-6811-DF3D-3473-D1520C01E72A}"/>
              </a:ext>
            </a:extLst>
          </p:cNvPr>
          <p:cNvSpPr txBox="1"/>
          <p:nvPr/>
        </p:nvSpPr>
        <p:spPr>
          <a:xfrm>
            <a:off x="950026" y="2036019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나는</a:t>
            </a:r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340F1F-ABA7-1D7F-5B53-8EE8A077E13C}"/>
              </a:ext>
            </a:extLst>
          </p:cNvPr>
          <p:cNvSpPr txBox="1"/>
          <p:nvPr/>
        </p:nvSpPr>
        <p:spPr>
          <a:xfrm>
            <a:off x="803563" y="2471448"/>
            <a:ext cx="9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고양이</a:t>
            </a:r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8A4DED-2204-B9FA-7B0D-899F335DA47B}"/>
              </a:ext>
            </a:extLst>
          </p:cNvPr>
          <p:cNvSpPr txBox="1"/>
          <p:nvPr/>
        </p:nvSpPr>
        <p:spPr>
          <a:xfrm>
            <a:off x="775855" y="2885703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Consolas" panose="020B0609020204030204" pitchFamily="49" charset="0"/>
              </a:rPr>
              <a:t>입니다</a:t>
            </a:r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B94C52-6624-5267-2736-6AB78320E9C5}"/>
              </a:ext>
            </a:extLst>
          </p:cNvPr>
          <p:cNvSpPr txBox="1"/>
          <p:nvPr/>
        </p:nvSpPr>
        <p:spPr>
          <a:xfrm>
            <a:off x="4112822" y="2359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7E2214-B3C9-90F5-39AA-E5E2EA16FB31}"/>
              </a:ext>
            </a:extLst>
          </p:cNvPr>
          <p:cNvSpPr/>
          <p:nvPr/>
        </p:nvSpPr>
        <p:spPr>
          <a:xfrm>
            <a:off x="1715984" y="2052451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06A822-898B-46BA-EE74-A463B0E13FB8}"/>
              </a:ext>
            </a:extLst>
          </p:cNvPr>
          <p:cNvSpPr/>
          <p:nvPr/>
        </p:nvSpPr>
        <p:spPr>
          <a:xfrm>
            <a:off x="2283603" y="2052451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B34DC2-72DE-6EEF-4A8F-A07E19867F88}"/>
              </a:ext>
            </a:extLst>
          </p:cNvPr>
          <p:cNvSpPr/>
          <p:nvPr/>
        </p:nvSpPr>
        <p:spPr>
          <a:xfrm>
            <a:off x="2851221" y="2052451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6738C01-0F3D-126F-6910-F40D1842108C}"/>
              </a:ext>
            </a:extLst>
          </p:cNvPr>
          <p:cNvSpPr/>
          <p:nvPr/>
        </p:nvSpPr>
        <p:spPr>
          <a:xfrm>
            <a:off x="1715984" y="2438399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1A9ACA8-F4FC-C381-7080-541F54FE7208}"/>
              </a:ext>
            </a:extLst>
          </p:cNvPr>
          <p:cNvSpPr/>
          <p:nvPr/>
        </p:nvSpPr>
        <p:spPr>
          <a:xfrm>
            <a:off x="2283603" y="2438399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7AA5D0C-3E70-345D-CE2A-D60D5C0E1950}"/>
              </a:ext>
            </a:extLst>
          </p:cNvPr>
          <p:cNvSpPr/>
          <p:nvPr/>
        </p:nvSpPr>
        <p:spPr>
          <a:xfrm>
            <a:off x="2851221" y="2438399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8260876-A490-B3D8-96C7-49914C022C9B}"/>
              </a:ext>
            </a:extLst>
          </p:cNvPr>
          <p:cNvSpPr/>
          <p:nvPr/>
        </p:nvSpPr>
        <p:spPr>
          <a:xfrm>
            <a:off x="1715984" y="282434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1EBA682-6B0B-E5C0-506F-05818DEC3F03}"/>
              </a:ext>
            </a:extLst>
          </p:cNvPr>
          <p:cNvSpPr/>
          <p:nvPr/>
        </p:nvSpPr>
        <p:spPr>
          <a:xfrm>
            <a:off x="2283603" y="282434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D52B6F1-4B3A-8595-7A86-B359BF028141}"/>
              </a:ext>
            </a:extLst>
          </p:cNvPr>
          <p:cNvSpPr/>
          <p:nvPr/>
        </p:nvSpPr>
        <p:spPr>
          <a:xfrm>
            <a:off x="2851221" y="282434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834C47-74BA-B7A4-F39C-36676D335844}"/>
              </a:ext>
            </a:extLst>
          </p:cNvPr>
          <p:cNvSpPr txBox="1"/>
          <p:nvPr/>
        </p:nvSpPr>
        <p:spPr>
          <a:xfrm>
            <a:off x="2505693" y="81148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Query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00A0E85-EB91-A6BA-F7EB-252C573188B4}"/>
              </a:ext>
            </a:extLst>
          </p:cNvPr>
          <p:cNvSpPr/>
          <p:nvPr/>
        </p:nvSpPr>
        <p:spPr>
          <a:xfrm>
            <a:off x="3425195" y="2048493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E046C01-2879-2A98-05F1-CEB9D2B88F6C}"/>
              </a:ext>
            </a:extLst>
          </p:cNvPr>
          <p:cNvSpPr/>
          <p:nvPr/>
        </p:nvSpPr>
        <p:spPr>
          <a:xfrm>
            <a:off x="3425195" y="2434441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800BB98-B5B9-6587-0BA2-469597E784F2}"/>
              </a:ext>
            </a:extLst>
          </p:cNvPr>
          <p:cNvSpPr/>
          <p:nvPr/>
        </p:nvSpPr>
        <p:spPr>
          <a:xfrm>
            <a:off x="3425195" y="2820389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117702-6285-B7B7-F1D0-F9DED08EB9AC}"/>
              </a:ext>
            </a:extLst>
          </p:cNvPr>
          <p:cNvSpPr txBox="1"/>
          <p:nvPr/>
        </p:nvSpPr>
        <p:spPr>
          <a:xfrm>
            <a:off x="3111335" y="4461162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(196,</a:t>
            </a:r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192</a:t>
            </a:r>
            <a:r>
              <a:rPr lang="en-US" altLang="ko-KR">
                <a:latin typeface="Consolas" panose="020B0609020204030204" pitchFamily="49" charset="0"/>
              </a:rPr>
              <a:t>)(</a:t>
            </a:r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192</a:t>
            </a:r>
            <a:r>
              <a:rPr lang="en-US" altLang="ko-KR">
                <a:latin typeface="Consolas" panose="020B0609020204030204" pitchFamily="49" charset="0"/>
              </a:rPr>
              <a:t>,196)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1224735-D7E4-FFA1-D48E-2315A7DFC5FC}"/>
              </a:ext>
            </a:extLst>
          </p:cNvPr>
          <p:cNvSpPr/>
          <p:nvPr/>
        </p:nvSpPr>
        <p:spPr>
          <a:xfrm rot="5400000">
            <a:off x="5327644" y="155608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84E0A85-19AD-578A-D05C-6FD7D82F1168}"/>
              </a:ext>
            </a:extLst>
          </p:cNvPr>
          <p:cNvSpPr/>
          <p:nvPr/>
        </p:nvSpPr>
        <p:spPr>
          <a:xfrm rot="5400000">
            <a:off x="5327644" y="2123706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44B2E37-BB7D-A9B7-96D7-058547C9CC67}"/>
              </a:ext>
            </a:extLst>
          </p:cNvPr>
          <p:cNvSpPr/>
          <p:nvPr/>
        </p:nvSpPr>
        <p:spPr>
          <a:xfrm rot="5400000">
            <a:off x="5327644" y="2691324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CF17806-5499-A8D9-6706-94BD5982E2C8}"/>
              </a:ext>
            </a:extLst>
          </p:cNvPr>
          <p:cNvSpPr/>
          <p:nvPr/>
        </p:nvSpPr>
        <p:spPr>
          <a:xfrm rot="5400000">
            <a:off x="4941696" y="155608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8262CAA-E461-0F43-9388-2018F56D6229}"/>
              </a:ext>
            </a:extLst>
          </p:cNvPr>
          <p:cNvSpPr/>
          <p:nvPr/>
        </p:nvSpPr>
        <p:spPr>
          <a:xfrm rot="5400000">
            <a:off x="4941696" y="2123706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6A8A74C-800D-4D3B-7A35-DC4D32DEBCA7}"/>
              </a:ext>
            </a:extLst>
          </p:cNvPr>
          <p:cNvSpPr/>
          <p:nvPr/>
        </p:nvSpPr>
        <p:spPr>
          <a:xfrm rot="5400000">
            <a:off x="4941696" y="2691324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FDD4174-8B02-5173-4792-7C91756F7EDA}"/>
              </a:ext>
            </a:extLst>
          </p:cNvPr>
          <p:cNvSpPr/>
          <p:nvPr/>
        </p:nvSpPr>
        <p:spPr>
          <a:xfrm rot="5400000">
            <a:off x="4555748" y="1556087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31CC025-ED45-56DF-FA4B-626BC4BAF338}"/>
              </a:ext>
            </a:extLst>
          </p:cNvPr>
          <p:cNvSpPr/>
          <p:nvPr/>
        </p:nvSpPr>
        <p:spPr>
          <a:xfrm rot="5400000">
            <a:off x="4555748" y="2123706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359984C-C300-2CE5-FA5E-6318B676CA90}"/>
              </a:ext>
            </a:extLst>
          </p:cNvPr>
          <p:cNvSpPr/>
          <p:nvPr/>
        </p:nvSpPr>
        <p:spPr>
          <a:xfrm rot="5400000">
            <a:off x="4555748" y="2691324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0E161C2-2BE4-52E7-A2F7-D6E38471E027}"/>
              </a:ext>
            </a:extLst>
          </p:cNvPr>
          <p:cNvSpPr/>
          <p:nvPr/>
        </p:nvSpPr>
        <p:spPr>
          <a:xfrm rot="5400000">
            <a:off x="5327644" y="3265298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76362AB-BC22-11AC-FBAD-6ECA03D4D603}"/>
              </a:ext>
            </a:extLst>
          </p:cNvPr>
          <p:cNvSpPr/>
          <p:nvPr/>
        </p:nvSpPr>
        <p:spPr>
          <a:xfrm rot="5400000">
            <a:off x="4941696" y="3265298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C6C17F5-7DB9-43E1-D461-6AC3FE357ECE}"/>
              </a:ext>
            </a:extLst>
          </p:cNvPr>
          <p:cNvSpPr/>
          <p:nvPr/>
        </p:nvSpPr>
        <p:spPr>
          <a:xfrm rot="5400000">
            <a:off x="4555748" y="3265298"/>
            <a:ext cx="568872" cy="39584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7F50A4-82A7-42D2-99AB-3F810CB54BE5}"/>
              </a:ext>
            </a:extLst>
          </p:cNvPr>
          <p:cNvSpPr txBox="1"/>
          <p:nvPr/>
        </p:nvSpPr>
        <p:spPr>
          <a:xfrm>
            <a:off x="4314701" y="1014741"/>
            <a:ext cx="696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나는</a:t>
            </a:r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98299A-21CF-A45A-F87B-E536F964CA7B}"/>
              </a:ext>
            </a:extLst>
          </p:cNvPr>
          <p:cNvSpPr txBox="1"/>
          <p:nvPr/>
        </p:nvSpPr>
        <p:spPr>
          <a:xfrm>
            <a:off x="4829299" y="1014742"/>
            <a:ext cx="9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latin typeface="Consolas" panose="020B0609020204030204" pitchFamily="49" charset="0"/>
              </a:rPr>
              <a:t>고양이</a:t>
            </a:r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38987A-E58D-5A79-9A57-88ADF5401E8C}"/>
              </a:ext>
            </a:extLst>
          </p:cNvPr>
          <p:cNvSpPr txBox="1"/>
          <p:nvPr/>
        </p:nvSpPr>
        <p:spPr>
          <a:xfrm>
            <a:off x="5553694" y="1045027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Consolas" panose="020B0609020204030204" pitchFamily="49" charset="0"/>
              </a:rPr>
              <a:t>입니다</a:t>
            </a:r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E13EB33-C069-5AAB-B129-10E46EC2010A}"/>
              </a:ext>
            </a:extLst>
          </p:cNvPr>
          <p:cNvSpPr txBox="1"/>
          <p:nvPr/>
        </p:nvSpPr>
        <p:spPr>
          <a:xfrm>
            <a:off x="7936676" y="336071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(196,196)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BF7D17A-F110-DD31-66CF-AE8DD88359B7}"/>
              </a:ext>
            </a:extLst>
          </p:cNvPr>
          <p:cNvSpPr txBox="1"/>
          <p:nvPr/>
        </p:nvSpPr>
        <p:spPr>
          <a:xfrm>
            <a:off x="4829298" y="48688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key.T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966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176</Words>
  <Application>Microsoft Office PowerPoint</Application>
  <PresentationFormat>와이드스크린</PresentationFormat>
  <Paragraphs>82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jungin kim</dc:creator>
  <cp:lastModifiedBy>jungin kim</cp:lastModifiedBy>
  <cp:revision>12</cp:revision>
  <dcterms:created xsi:type="dcterms:W3CDTF">2026-05-04T10:27:52Z</dcterms:created>
  <dcterms:modified xsi:type="dcterms:W3CDTF">2026-05-19T15:03:23Z</dcterms:modified>
</cp:coreProperties>
</file>